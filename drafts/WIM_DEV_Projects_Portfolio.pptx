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WIM_DEV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CCCCC"/>
                </a:solidFill>
              </a:defRPr>
            </a:pPr>
            <a:r>
              <a:t>Portfolio of 1C Projects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99999"/>
                </a:solidFill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Infrastructure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18288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Bases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371600"/>
            <a:ext cx="2560320" cy="182880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6459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5603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Projects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2560320" cy="18288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6459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5603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Configuration Bases: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• SBB_Broker</a:t>
            </a:r>
            <a:br/>
            <a:r>
              <a:t>  • SBB_Depo</a:t>
            </a:r>
            <a:br/>
            <a:r>
              <a:t>  • Wim_Du</a:t>
            </a:r>
            <a:br/>
            <a:r>
              <a:t>  • WIM_FIn</a:t>
            </a:r>
            <a:br/>
            <a:r>
              <a:t>  • Wim_Mo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Base: SBB_Broker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999999"/>
                </a:solidFill>
              </a:defRPr>
            </a:pPr>
            <a:r>
              <a:t>No active projects (only template 'example')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Base: SBB_Depo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999999"/>
                </a:solidFill>
              </a:defRPr>
            </a:pPr>
            <a:r>
              <a:t>No active projects (only template 'example')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Base: Wim_Du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Project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Extensions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Docs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Scripts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Tests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35720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35844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35879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Base: WIM_FIn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999999"/>
                </a:solidFill>
              </a:defRPr>
            </a:pPr>
            <a:r>
              <a:t>No active projects (only template 'example')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Base: Wim_Mo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999999"/>
                </a:solidFill>
              </a:defRPr>
            </a:pPr>
            <a:r>
              <a:t>No active projects (only template 'example')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Project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286000" cy="54864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Extensions/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3716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Configuration extensions, modifications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2286000" cy="54864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Documentation/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1945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Specifications, requirements, work logs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2286000" cy="5486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01752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Testing/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0175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Test scenarios, reports, Python COM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2286000" cy="5486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Scripts/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840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Export/import, migrations, integrations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Key Principles:</a:t>
            </a:r>
          </a:p>
          <a:p>
            <a:pPr>
              <a:spcBef>
                <a:spcPts val="400"/>
              </a:spcBef>
              <a:defRPr sz="1100">
                <a:solidFill>
                  <a:srgbClr val="333333"/>
                </a:solidFill>
              </a:defRPr>
            </a:pPr>
            <a:r>
              <a:t>• Source paths stored in source-path.txt (not copied to repo)</a:t>
            </a:r>
          </a:p>
          <a:p>
            <a:pPr>
              <a:spcBef>
                <a:spcPts val="400"/>
              </a:spcBef>
              <a:defRPr sz="1100">
                <a:solidFill>
                  <a:srgbClr val="333333"/>
                </a:solidFill>
              </a:defRPr>
            </a:pPr>
            <a:r>
              <a:t>• Base configurations remain unchanged; all work in Extensions</a:t>
            </a:r>
          </a:p>
          <a:p>
            <a:pPr>
              <a:spcBef>
                <a:spcPts val="400"/>
              </a:spcBef>
              <a:defRPr sz="1100">
                <a:solidFill>
                  <a:srgbClr val="333333"/>
                </a:solidFill>
              </a:defRPr>
            </a:pPr>
            <a:r>
              <a:t>• Python + COM for automated testing and integration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CCCCC"/>
                </a:solidFill>
              </a:defRPr>
            </a:pPr>
            <a:r>
              <a:t>  5 Configuration 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CCCCC"/>
                </a:solidFill>
              </a:defRPr>
            </a:pPr>
            <a:r>
              <a:t>  8 Active 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CCCCC"/>
                </a:solidFill>
              </a:defRPr>
            </a:pPr>
            <a:r>
              <a:t>  180 Source Files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